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96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2BA6-6679-842E-EE82-E6305A539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E4E87-A2BB-7FF6-6F27-3BDD5D461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3E315-58CD-2F5D-8B6B-B9F57AEE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15155-17BF-86B9-F1A1-FB991B51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FD8DE-8E9A-0223-77D4-E1ECF155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40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74B4-998E-534A-A511-2CAD5E0B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F8261-E516-44B8-260C-A5C31EF9B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91416-688C-C495-3332-4FD70228A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31C19-1AE8-1EA0-198F-E3D1BD1A3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0D0E6-D9EF-1AEA-E250-3FDAC2EA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65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51C4-354C-5D8E-14BF-0B32180B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D5B02-78E9-6EEF-A016-56256CE95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91D2-2AF0-46EB-7C37-B02DB3F6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C89BA-0605-7337-3B32-CC72E7B4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BC89D-E249-DBFA-78C4-8EF9436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7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7FE4-F444-DBB7-A7CF-0C43F397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AB1C3-1F8C-3ACB-106A-9E4FDD904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F2F5D-BCE5-F22B-D2BE-02D76C62D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94C44-D38B-EC10-95CE-0438613A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31B7F-8486-21FA-70D6-17306DEE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0B898-D9D1-2AB4-82FA-8DCEDD2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88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B951-2009-76F1-1BFC-BEBC7B25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C40E9-2D09-3569-A745-6BCB3D82B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D3519-8BE7-8939-547C-AC416C95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AE739-C8D9-5C8B-2CE9-4646707B5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C8A0F-A1CC-6EFC-738A-984CCD286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32D1AB-7B8F-3695-A6B7-2B29BDED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EE748-BC96-504A-F4DA-A9504BC6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DF59B-E84B-FD6B-2AE9-F855F3CB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0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5A3F-0E81-D4F7-5B9A-04A7AF0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59C9E-3BA1-8B1C-6943-A7D153BB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43554-7CB0-D1D5-0029-E42B18BE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EDD8C-6065-D69C-3969-ACC4E4A3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28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92254-572E-8AA4-4945-C6834D28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A62FE-072C-535A-EA28-18D6B0C0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F10E9-933B-B595-A691-A26C10B4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61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9666-2D13-EDBC-0881-D640D265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923C5-0EDD-0C8B-1F2B-6068B3BED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596C8-8901-4B96-0C48-5F1F7AE4F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860EE-ADED-2CE7-8DAD-73FB0190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AD1C3-856A-122F-6289-46FA5E5ED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37CCB-44AB-44EA-6705-C18ADB31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5470-9A3D-A133-8ACC-E66F3CCDF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000B9B-A0BC-552E-B11A-FC4939F52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6840B-861D-ADA6-8822-DEC7B48F3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12C22-0CC7-49CC-FEA7-DF3C1263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8CD56-6FB1-1139-B7AC-085A7C33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64EBB-7ADE-F350-0378-A76F3B5F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1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F615-BF5D-207C-6583-FD2652ED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300D6-83A7-AB61-DDA7-22283BCC2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ABABD-EF47-C9B4-85B6-A2483657D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4E87A-673B-EAA6-CF9F-AF6DE4F4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C2AA-3758-D3E0-3E60-B50B6F2C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92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8E2733-CB96-B3B4-56C3-E50E544CC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50D9D-2469-026B-039C-585E4FD21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34CC3-18AC-3D07-B5BD-6669D59F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63139-FB7C-A768-FA73-5CDD1938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86456-27BA-E2AB-40BE-B8167B3A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24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56EB9-F890-0C1E-CF4F-F642B369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C0AE1-47FC-56B1-FE40-F110FCFF0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F9738-2FB8-6B26-6FCE-05A973040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43027-DE3D-4EA4-B91B-45E3CA9E580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1907A-E6FC-198C-3106-92743E742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32ED3-DF5A-4615-E3ED-64F2FAA06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F515B-0A42-427E-9058-BC38D2BE9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90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9C19-61D0-89D3-EAE3-F865008EE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3A0EF-B0F4-3E5F-2291-53108EA421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905F2B-B352-0A1B-67CC-2F72097A4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4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56FD7-6346-AC22-FD87-9E1E0A5E7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-1"/>
            <a:ext cx="12185522" cy="746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9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CF65BF-4356-1C9A-E3A4-D9FCC957C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73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BA37B-13C3-ED2F-FB80-175DEE066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46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31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7D35C9-E502-D938-5257-655E00D57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68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2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F3339D-8AF8-D737-CFFB-EF6F055F3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55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7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82F16A-C9CF-A07F-8412-F5896D55C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41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1D9694-E4D5-7001-5522-F8F7E6308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44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80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D959E-F35A-CD0C-9E82-D0D315BBB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9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24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E55AE-5E3B-978B-9B21-25069F2AC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2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9A906-450F-DA7A-E200-B0AAB1A92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726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7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FA007B-82B7-B557-2FD1-DB97113BC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JUMAAN - 210929010</dc:creator>
  <cp:lastModifiedBy>K JUMAAN - 210929010</cp:lastModifiedBy>
  <cp:revision>1</cp:revision>
  <dcterms:created xsi:type="dcterms:W3CDTF">2026-05-19T16:34:31Z</dcterms:created>
  <dcterms:modified xsi:type="dcterms:W3CDTF">2026-05-19T16:35:43Z</dcterms:modified>
</cp:coreProperties>
</file>